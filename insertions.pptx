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4"/>
  </p:notesMasterIdLst>
  <p:sldIdLst>
    <p:sldId id="256" r:id="rId2"/>
    <p:sldId id="267" r:id="rId3"/>
    <p:sldId id="378" r:id="rId4"/>
    <p:sldId id="383" r:id="rId5"/>
    <p:sldId id="381" r:id="rId6"/>
    <p:sldId id="382" r:id="rId7"/>
    <p:sldId id="257" r:id="rId8"/>
    <p:sldId id="259" r:id="rId9"/>
    <p:sldId id="258" r:id="rId10"/>
    <p:sldId id="329" r:id="rId11"/>
    <p:sldId id="362" r:id="rId12"/>
    <p:sldId id="261" r:id="rId13"/>
    <p:sldId id="260" r:id="rId14"/>
    <p:sldId id="330" r:id="rId15"/>
    <p:sldId id="359" r:id="rId16"/>
    <p:sldId id="262" r:id="rId17"/>
    <p:sldId id="263" r:id="rId18"/>
    <p:sldId id="331" r:id="rId19"/>
    <p:sldId id="360" r:id="rId20"/>
    <p:sldId id="266" r:id="rId21"/>
    <p:sldId id="264" r:id="rId22"/>
    <p:sldId id="333" r:id="rId23"/>
    <p:sldId id="375" r:id="rId24"/>
    <p:sldId id="269" r:id="rId25"/>
    <p:sldId id="268" r:id="rId26"/>
    <p:sldId id="335" r:id="rId27"/>
    <p:sldId id="376" r:id="rId28"/>
    <p:sldId id="270" r:id="rId29"/>
    <p:sldId id="265" r:id="rId30"/>
    <p:sldId id="318" r:id="rId31"/>
    <p:sldId id="371" r:id="rId32"/>
    <p:sldId id="271" r:id="rId33"/>
    <p:sldId id="272" r:id="rId34"/>
    <p:sldId id="338" r:id="rId35"/>
    <p:sldId id="273" r:id="rId36"/>
    <p:sldId id="274" r:id="rId37"/>
    <p:sldId id="340" r:id="rId38"/>
    <p:sldId id="372" r:id="rId39"/>
    <p:sldId id="276" r:id="rId40"/>
    <p:sldId id="275" r:id="rId41"/>
    <p:sldId id="319" r:id="rId42"/>
    <p:sldId id="373" r:id="rId43"/>
    <p:sldId id="278" r:id="rId44"/>
    <p:sldId id="277" r:id="rId45"/>
    <p:sldId id="320" r:id="rId46"/>
    <p:sldId id="363" r:id="rId47"/>
    <p:sldId id="279" r:id="rId48"/>
    <p:sldId id="280" r:id="rId49"/>
    <p:sldId id="344" r:id="rId50"/>
    <p:sldId id="364" r:id="rId51"/>
    <p:sldId id="282" r:id="rId52"/>
    <p:sldId id="281" r:id="rId53"/>
    <p:sldId id="321" r:id="rId54"/>
    <p:sldId id="365" r:id="rId55"/>
    <p:sldId id="284" r:id="rId56"/>
    <p:sldId id="283" r:id="rId57"/>
    <p:sldId id="322" r:id="rId58"/>
    <p:sldId id="366" r:id="rId59"/>
    <p:sldId id="285" r:id="rId60"/>
    <p:sldId id="286" r:id="rId61"/>
    <p:sldId id="323" r:id="rId62"/>
    <p:sldId id="374" r:id="rId63"/>
    <p:sldId id="287" r:id="rId64"/>
    <p:sldId id="289" r:id="rId65"/>
    <p:sldId id="324" r:id="rId66"/>
    <p:sldId id="367" r:id="rId67"/>
    <p:sldId id="288" r:id="rId68"/>
    <p:sldId id="290" r:id="rId69"/>
    <p:sldId id="356" r:id="rId70"/>
    <p:sldId id="361" r:id="rId71"/>
    <p:sldId id="292" r:id="rId72"/>
    <p:sldId id="291" r:id="rId73"/>
    <p:sldId id="357" r:id="rId74"/>
    <p:sldId id="368" r:id="rId75"/>
    <p:sldId id="294" r:id="rId76"/>
    <p:sldId id="293" r:id="rId77"/>
    <p:sldId id="327" r:id="rId78"/>
    <p:sldId id="369" r:id="rId79"/>
    <p:sldId id="295" r:id="rId80"/>
    <p:sldId id="296" r:id="rId81"/>
    <p:sldId id="353" r:id="rId82"/>
    <p:sldId id="370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31"/>
  </p:normalViewPr>
  <p:slideViewPr>
    <p:cSldViewPr snapToGrid="0" snapToObjects="1">
      <p:cViewPr>
        <p:scale>
          <a:sx n="98" d="100"/>
          <a:sy n="98" d="100"/>
        </p:scale>
        <p:origin x="57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5D07C9-8890-8D41-BB19-2F3D58B57CAF}" type="datetimeFigureOut">
              <a:rPr lang="en-US" smtClean="0"/>
              <a:t>3/5/19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BFEE7-B18F-AA43-ABB5-0085FE024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97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AA723-DFFC-1242-AAE2-98C455FA649F}" type="datetimeFigureOut">
              <a:rPr lang="en-US" smtClean="0"/>
              <a:t>3/5/19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F361-EB00-D34C-A9DA-846941C9F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26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AA723-DFFC-1242-AAE2-98C455FA649F}" type="datetimeFigureOut">
              <a:rPr lang="en-US" smtClean="0"/>
              <a:t>3/5/19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F361-EB00-D34C-A9DA-846941C9F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55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AA723-DFFC-1242-AAE2-98C455FA649F}" type="datetimeFigureOut">
              <a:rPr lang="en-US" smtClean="0"/>
              <a:t>3/5/19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F361-EB00-D34C-A9DA-846941C9F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75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AA723-DFFC-1242-AAE2-98C455FA649F}" type="datetimeFigureOut">
              <a:rPr lang="en-US" smtClean="0"/>
              <a:t>3/5/19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F361-EB00-D34C-A9DA-846941C9F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6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AA723-DFFC-1242-AAE2-98C455FA649F}" type="datetimeFigureOut">
              <a:rPr lang="en-US" smtClean="0"/>
              <a:t>3/5/19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F361-EB00-D34C-A9DA-846941C9F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96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AA723-DFFC-1242-AAE2-98C455FA649F}" type="datetimeFigureOut">
              <a:rPr lang="en-US" smtClean="0"/>
              <a:t>3/5/19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F361-EB00-D34C-A9DA-846941C9F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41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AA723-DFFC-1242-AAE2-98C455FA649F}" type="datetimeFigureOut">
              <a:rPr lang="en-US" smtClean="0"/>
              <a:t>3/5/19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F361-EB00-D34C-A9DA-846941C9F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2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AA723-DFFC-1242-AAE2-98C455FA649F}" type="datetimeFigureOut">
              <a:rPr lang="en-US" smtClean="0"/>
              <a:t>3/5/19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F361-EB00-D34C-A9DA-846941C9F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1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AA723-DFFC-1242-AAE2-98C455FA649F}" type="datetimeFigureOut">
              <a:rPr lang="en-US" smtClean="0"/>
              <a:t>3/5/19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F361-EB00-D34C-A9DA-846941C9F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3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AA723-DFFC-1242-AAE2-98C455FA649F}" type="datetimeFigureOut">
              <a:rPr lang="en-US" smtClean="0"/>
              <a:t>3/5/19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F361-EB00-D34C-A9DA-846941C9F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AA723-DFFC-1242-AAE2-98C455FA649F}" type="datetimeFigureOut">
              <a:rPr lang="en-US" smtClean="0"/>
              <a:t>3/5/19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F361-EB00-D34C-A9DA-846941C9F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9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AA723-DFFC-1242-AAE2-98C455FA649F}" type="datetimeFigureOut">
              <a:rPr lang="en-US" smtClean="0"/>
              <a:t>3/5/19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7F361-EB00-D34C-A9DA-846941C9F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8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emf"/><Relationship Id="rId3" Type="http://schemas.openxmlformats.org/officeDocument/2006/relationships/image" Target="../media/image17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emf"/><Relationship Id="rId3" Type="http://schemas.openxmlformats.org/officeDocument/2006/relationships/image" Target="../media/image23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emf"/><Relationship Id="rId3" Type="http://schemas.openxmlformats.org/officeDocument/2006/relationships/image" Target="../media/image29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emf"/><Relationship Id="rId3" Type="http://schemas.openxmlformats.org/officeDocument/2006/relationships/image" Target="../media/image35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emf"/><Relationship Id="rId3" Type="http://schemas.openxmlformats.org/officeDocument/2006/relationships/image" Target="../media/image41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emf"/><Relationship Id="rId3" Type="http://schemas.openxmlformats.org/officeDocument/2006/relationships/image" Target="../media/image47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emf"/><Relationship Id="rId3" Type="http://schemas.openxmlformats.org/officeDocument/2006/relationships/image" Target="../media/image53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emf"/><Relationship Id="rId3" Type="http://schemas.openxmlformats.org/officeDocument/2006/relationships/image" Target="../media/image58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.emf"/><Relationship Id="rId3" Type="http://schemas.openxmlformats.org/officeDocument/2006/relationships/image" Target="../media/image64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9.emf"/><Relationship Id="rId3" Type="http://schemas.openxmlformats.org/officeDocument/2006/relationships/image" Target="../media/image70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5.emf"/><Relationship Id="rId3" Type="http://schemas.openxmlformats.org/officeDocument/2006/relationships/image" Target="../media/image76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1.emf"/><Relationship Id="rId3" Type="http://schemas.openxmlformats.org/officeDocument/2006/relationships/image" Target="../media/image82.e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7.emf"/><Relationship Id="rId3" Type="http://schemas.openxmlformats.org/officeDocument/2006/relationships/image" Target="../media/image88.e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3.emf"/><Relationship Id="rId3" Type="http://schemas.openxmlformats.org/officeDocument/2006/relationships/image" Target="../media/image94.e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9.emf"/><Relationship Id="rId3" Type="http://schemas.openxmlformats.org/officeDocument/2006/relationships/image" Target="../media/image100.e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5.emf"/><Relationship Id="rId3" Type="http://schemas.openxmlformats.org/officeDocument/2006/relationships/image" Target="../media/image106.e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Relationship Id="rId3" Type="http://schemas.openxmlformats.org/officeDocument/2006/relationships/image" Target="../media/image108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0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1.emf"/><Relationship Id="rId3" Type="http://schemas.openxmlformats.org/officeDocument/2006/relationships/image" Target="../media/image112.emf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Relationship Id="rId3" Type="http://schemas.openxmlformats.org/officeDocument/2006/relationships/image" Target="../media/image108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3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4.emf"/><Relationship Id="rId3" Type="http://schemas.openxmlformats.org/officeDocument/2006/relationships/image" Target="../media/image115.emf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9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0.emf"/><Relationship Id="rId3" Type="http://schemas.openxmlformats.org/officeDocument/2006/relationships/image" Target="../media/image121.emf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Likely Insertions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2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Delta DI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3"/>
          <a:stretch/>
        </p:blipFill>
        <p:spPr>
          <a:xfrm>
            <a:off x="5136654" y="6100"/>
            <a:ext cx="7055346" cy="6851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533" y="4876800"/>
            <a:ext cx="46761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Rest of slides are in order of this </a:t>
            </a:r>
            <a:r>
              <a:rPr lang="en-US" dirty="0" err="1" smtClean="0"/>
              <a:t>heatmap</a:t>
            </a:r>
            <a:r>
              <a:rPr lang="en-US" dirty="0" smtClean="0"/>
              <a:t> with: </a:t>
            </a:r>
          </a:p>
          <a:p>
            <a:endParaRPr lang="en-US" dirty="0"/>
          </a:p>
          <a:p>
            <a:r>
              <a:rPr lang="en-US" dirty="0" smtClean="0"/>
              <a:t>IGV screenshot</a:t>
            </a:r>
          </a:p>
          <a:p>
            <a:r>
              <a:rPr lang="en-US" dirty="0" smtClean="0"/>
              <a:t>HIC images</a:t>
            </a:r>
          </a:p>
          <a:p>
            <a:r>
              <a:rPr lang="en-US" dirty="0" smtClean="0"/>
              <a:t>Interaction plots</a:t>
            </a:r>
          </a:p>
          <a:p>
            <a:r>
              <a:rPr lang="en-US" dirty="0" smtClean="0"/>
              <a:t>Difference of interaction plot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73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dirty="0"/>
              <a:t>Allele Specific Insulation </a:t>
            </a:r>
            <a:r>
              <a:rPr lang="en-US" sz="3200" dirty="0" smtClean="0"/>
              <a:t>Scores at Insertions</a:t>
            </a:r>
            <a:endParaRPr lang="en-US" sz="3200" dirty="0">
              <a:solidFill>
                <a:srgbClr val="FFFFFF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" t="-1" r="1970" b="6"/>
          <a:stretch/>
        </p:blipFill>
        <p:spPr>
          <a:xfrm>
            <a:off x="546351" y="1493785"/>
            <a:ext cx="5225058" cy="52545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754" y="1493785"/>
            <a:ext cx="5406451" cy="52545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8063" y="1"/>
            <a:ext cx="1584882" cy="161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86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182" y="3837354"/>
            <a:ext cx="2648371" cy="2648371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781" y="982364"/>
            <a:ext cx="2646363" cy="26479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081" y="982364"/>
            <a:ext cx="2659472" cy="26594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772" y="3837354"/>
            <a:ext cx="2648372" cy="264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18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RNA-</a:t>
            </a:r>
            <a:r>
              <a:rPr lang="en-US" dirty="0" err="1" smtClean="0"/>
              <a:t>seq</a:t>
            </a:r>
            <a:r>
              <a:rPr lang="en-US" dirty="0" smtClean="0"/>
              <a:t> </a:t>
            </a:r>
            <a:r>
              <a:rPr lang="en-US" dirty="0" err="1" smtClean="0"/>
              <a:t>LogFC</a:t>
            </a:r>
            <a:r>
              <a:rPr lang="en-US" dirty="0" smtClean="0"/>
              <a:t> KI vs WT near insertion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486" y="1690687"/>
            <a:ext cx="5296385" cy="514780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09" y="1690688"/>
            <a:ext cx="5305393" cy="514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76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746" y="1701809"/>
            <a:ext cx="5109969" cy="494187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73" y="1690687"/>
            <a:ext cx="5124527" cy="496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35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i-FI" sz="5400" dirty="0" smtClean="0"/>
              <a:t>﻿chr15:28756103 (KI2)</a:t>
            </a:r>
            <a:endParaRPr lang="en-US" sz="5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10872" y="2180013"/>
            <a:ext cx="6494561" cy="38104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287" y="2340434"/>
            <a:ext cx="5455917" cy="38104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28790" y="6319777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dirty="0" smtClean="0"/>
              <a:t>…</a:t>
            </a:r>
            <a:r>
              <a:rPr lang="en-US" dirty="0" smtClean="0"/>
              <a:t>nope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706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﻿chr7:129483867 (KI1)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  <p:sp>
        <p:nvSpPr>
          <p:cNvPr id="5" name="5-Point Star 4"/>
          <p:cNvSpPr/>
          <p:nvPr/>
        </p:nvSpPr>
        <p:spPr>
          <a:xfrm>
            <a:off x="10793730" y="477362"/>
            <a:ext cx="560070" cy="55054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88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﻿chr7:129483867 (KI1)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15" b="15168"/>
          <a:stretch/>
        </p:blipFill>
        <p:spPr>
          <a:xfrm>
            <a:off x="1011339" y="2505074"/>
            <a:ext cx="4797883" cy="3879683"/>
          </a:xfrm>
        </p:spPr>
      </p:pic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</a:t>
            </a:r>
            <a:endParaRPr lang="en-US" dirty="0"/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sz="quarter" idx="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46" b="15168"/>
          <a:stretch/>
        </p:blipFill>
        <p:spPr>
          <a:xfrm>
            <a:off x="6356451" y="2505075"/>
            <a:ext cx="4808853" cy="3875568"/>
          </a:xfrm>
        </p:spPr>
      </p:pic>
      <p:cxnSp>
        <p:nvCxnSpPr>
          <p:cNvPr id="19" name="Straight Arrow Connector 18"/>
          <p:cNvCxnSpPr/>
          <p:nvPr/>
        </p:nvCxnSpPr>
        <p:spPr>
          <a:xfrm flipH="1">
            <a:off x="9093200" y="2112168"/>
            <a:ext cx="841511" cy="2330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4117" y="1742836"/>
            <a:ext cx="3441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Extends/enhances TAD boundary? </a:t>
            </a:r>
            <a:endParaRPr lang="en-US" dirty="0"/>
          </a:p>
        </p:txBody>
      </p:sp>
      <p:sp>
        <p:nvSpPr>
          <p:cNvPr id="22" name="5-Point Star 21"/>
          <p:cNvSpPr/>
          <p:nvPr/>
        </p:nvSpPr>
        <p:spPr>
          <a:xfrm>
            <a:off x="11075353" y="477362"/>
            <a:ext cx="560070" cy="55054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1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44625"/>
            <a:ext cx="5291666" cy="39687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444624"/>
            <a:ext cx="5291667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80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60558" y="6488668"/>
            <a:ext cx="3158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more red = KI is insulating more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7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﻿chr2:231025165 (KI1)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  <p:sp>
        <p:nvSpPr>
          <p:cNvPr id="11" name="TextBox 10"/>
          <p:cNvSpPr txBox="1"/>
          <p:nvPr/>
        </p:nvSpPr>
        <p:spPr>
          <a:xfrm>
            <a:off x="7095067" y="6488668"/>
            <a:ext cx="3846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seems to downregulate upstream gene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76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﻿chr2:231025165 (KI1)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9" y="2505075"/>
            <a:ext cx="4814685" cy="3684588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KI1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451" y="2505075"/>
            <a:ext cx="4814685" cy="3684588"/>
          </a:xfrm>
        </p:spPr>
      </p:pic>
      <p:cxnSp>
        <p:nvCxnSpPr>
          <p:cNvPr id="11" name="Straight Arrow Connector 10"/>
          <p:cNvCxnSpPr/>
          <p:nvPr/>
        </p:nvCxnSpPr>
        <p:spPr>
          <a:xfrm flipH="1">
            <a:off x="8699500" y="3191392"/>
            <a:ext cx="2492558" cy="986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712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44625"/>
            <a:ext cx="5291666" cy="39687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444625"/>
            <a:ext cx="5291667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03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3936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126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﻿chr20:17778859 (KI2)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  <p:sp>
        <p:nvSpPr>
          <p:cNvPr id="11" name="5-Point Star 10"/>
          <p:cNvSpPr/>
          <p:nvPr/>
        </p:nvSpPr>
        <p:spPr>
          <a:xfrm>
            <a:off x="11075353" y="477362"/>
            <a:ext cx="560070" cy="55054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75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﻿chr20:17778859 (KI2)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46124"/>
            <a:ext cx="5157787" cy="360248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KI2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37253"/>
            <a:ext cx="5183188" cy="3620231"/>
          </a:xfrm>
        </p:spPr>
      </p:pic>
      <p:cxnSp>
        <p:nvCxnSpPr>
          <p:cNvPr id="11" name="Straight Arrow Connector 10"/>
          <p:cNvCxnSpPr/>
          <p:nvPr/>
        </p:nvCxnSpPr>
        <p:spPr>
          <a:xfrm flipH="1">
            <a:off x="8559800" y="2214563"/>
            <a:ext cx="2355852" cy="1824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-Point Star 11"/>
          <p:cNvSpPr/>
          <p:nvPr/>
        </p:nvSpPr>
        <p:spPr>
          <a:xfrm>
            <a:off x="11075353" y="477362"/>
            <a:ext cx="560070" cy="55054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984" y="1511533"/>
            <a:ext cx="5291666" cy="39687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41" y="1511532"/>
            <a:ext cx="5291667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778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175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hr13:</a:t>
            </a:r>
            <a:r>
              <a:rPr lang="de-DE" dirty="0" smtClean="0"/>
              <a:t>77254195 (KI2)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</p:spTree>
    <p:extLst>
      <p:ext uri="{BB962C8B-B14F-4D97-AF65-F5344CB8AC3E}">
        <p14:creationId xmlns:p14="http://schemas.microsoft.com/office/powerpoint/2010/main" val="11691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﻿chr13:77254195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789939"/>
            <a:ext cx="5157787" cy="311485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KI2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82269"/>
            <a:ext cx="5183188" cy="3130199"/>
          </a:xfrm>
        </p:spPr>
      </p:pic>
      <p:cxnSp>
        <p:nvCxnSpPr>
          <p:cNvPr id="11" name="Straight Arrow Connector 10"/>
          <p:cNvCxnSpPr/>
          <p:nvPr/>
        </p:nvCxnSpPr>
        <p:spPr>
          <a:xfrm flipH="1">
            <a:off x="8754533" y="2328863"/>
            <a:ext cx="2761193" cy="1718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0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556" y="1444627"/>
            <a:ext cx="5291666" cy="39687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26" y="1444626"/>
            <a:ext cx="5291667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436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006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 smtClean="0"/>
              <a:t>﻿chr9:75132461 (KI2)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</p:spTree>
    <p:extLst>
      <p:ext uri="{BB962C8B-B14F-4D97-AF65-F5344CB8AC3E}">
        <p14:creationId xmlns:p14="http://schemas.microsoft.com/office/powerpoint/2010/main" val="1596402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 smtClean="0"/>
              <a:t>﻿chr9:75132461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46124"/>
            <a:ext cx="5157787" cy="360248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KI2</a:t>
            </a:r>
            <a:endParaRPr lang="en-US" dirty="0"/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37253"/>
            <a:ext cx="5183188" cy="3620231"/>
          </a:xfrm>
        </p:spPr>
      </p:pic>
      <p:cxnSp>
        <p:nvCxnSpPr>
          <p:cNvPr id="15" name="Straight Arrow Connector 14"/>
          <p:cNvCxnSpPr/>
          <p:nvPr/>
        </p:nvCxnSpPr>
        <p:spPr>
          <a:xfrm flipH="1">
            <a:off x="8890000" y="2257425"/>
            <a:ext cx="1311275" cy="2009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8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44625"/>
            <a:ext cx="5291666" cy="39687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444624"/>
            <a:ext cx="5291667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14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19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 smtClean="0"/>
              <a:t>﻿chr7:43115726 (KI2)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  <p:sp>
        <p:nvSpPr>
          <p:cNvPr id="11" name="5-Point Star 10"/>
          <p:cNvSpPr/>
          <p:nvPr/>
        </p:nvSpPr>
        <p:spPr>
          <a:xfrm>
            <a:off x="11075353" y="477362"/>
            <a:ext cx="560070" cy="55054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5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 smtClean="0"/>
              <a:t>﻿chr7:43115726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46124"/>
            <a:ext cx="5157787" cy="360248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KI2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37253"/>
            <a:ext cx="5183188" cy="3620231"/>
          </a:xfrm>
        </p:spPr>
      </p:pic>
      <p:cxnSp>
        <p:nvCxnSpPr>
          <p:cNvPr id="11" name="Straight Arrow Connector 10"/>
          <p:cNvCxnSpPr/>
          <p:nvPr/>
        </p:nvCxnSpPr>
        <p:spPr>
          <a:xfrm flipH="1">
            <a:off x="8966200" y="2182761"/>
            <a:ext cx="1406832" cy="2020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-Point Star 11"/>
          <p:cNvSpPr/>
          <p:nvPr/>
        </p:nvSpPr>
        <p:spPr>
          <a:xfrm>
            <a:off x="11075353" y="477362"/>
            <a:ext cx="560070" cy="55054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87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467" y="1406525"/>
            <a:ext cx="5291666" cy="39687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65" y="1406524"/>
            <a:ext cx="5291667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7967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89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﻿chr8:9064876 (KI1)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  <p:sp>
        <p:nvSpPr>
          <p:cNvPr id="6" name="5-Point Star 5"/>
          <p:cNvSpPr/>
          <p:nvPr/>
        </p:nvSpPr>
        <p:spPr>
          <a:xfrm>
            <a:off x="11075353" y="477362"/>
            <a:ext cx="560070" cy="55054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6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﻿chr8:9064876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9" y="2505075"/>
            <a:ext cx="4814685" cy="3684588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KI1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451" y="2505075"/>
            <a:ext cx="4814685" cy="3684588"/>
          </a:xfrm>
        </p:spPr>
      </p:pic>
      <p:cxnSp>
        <p:nvCxnSpPr>
          <p:cNvPr id="11" name="Straight Arrow Connector 10"/>
          <p:cNvCxnSpPr/>
          <p:nvPr/>
        </p:nvCxnSpPr>
        <p:spPr>
          <a:xfrm flipH="1">
            <a:off x="9093200" y="2767584"/>
            <a:ext cx="1782064" cy="1753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-Point Star 11"/>
          <p:cNvSpPr/>
          <p:nvPr/>
        </p:nvSpPr>
        <p:spPr>
          <a:xfrm>
            <a:off x="11075353" y="477362"/>
            <a:ext cx="560070" cy="55054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5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067" y="1539875"/>
            <a:ext cx="5291666" cy="39687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539874"/>
            <a:ext cx="5291667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734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﻿chr6:45769415 (KI1)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</p:spTree>
    <p:extLst>
      <p:ext uri="{BB962C8B-B14F-4D97-AF65-F5344CB8AC3E}">
        <p14:creationId xmlns:p14="http://schemas.microsoft.com/office/powerpoint/2010/main" val="631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﻿chr6:45769415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73" y="2505075"/>
            <a:ext cx="4628017" cy="3684588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KI1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785" y="2505075"/>
            <a:ext cx="4628017" cy="3684588"/>
          </a:xfrm>
        </p:spPr>
      </p:pic>
      <p:cxnSp>
        <p:nvCxnSpPr>
          <p:cNvPr id="11" name="Straight Arrow Connector 10"/>
          <p:cNvCxnSpPr/>
          <p:nvPr/>
        </p:nvCxnSpPr>
        <p:spPr>
          <a:xfrm flipH="1">
            <a:off x="9118600" y="2349305"/>
            <a:ext cx="1840132" cy="2095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29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967" y="1520824"/>
            <a:ext cx="5291666" cy="39687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520824"/>
            <a:ext cx="5291667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001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540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﻿chr1:236569345 (KI1)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  <p:sp>
        <p:nvSpPr>
          <p:cNvPr id="6" name="TextBox 5"/>
          <p:cNvSpPr txBox="1"/>
          <p:nvPr/>
        </p:nvSpPr>
        <p:spPr>
          <a:xfrm>
            <a:off x="8070294" y="6488668"/>
            <a:ext cx="4121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Hard to narrow insertion/ </a:t>
            </a:r>
            <a:r>
              <a:rPr lang="en-US" smtClean="0"/>
              <a:t>not expressed?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﻿chr1:236569345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73" y="2505075"/>
            <a:ext cx="4628017" cy="3684588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KI1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785" y="2505075"/>
            <a:ext cx="4628017" cy="3684588"/>
          </a:xfrm>
        </p:spPr>
      </p:pic>
      <p:cxnSp>
        <p:nvCxnSpPr>
          <p:cNvPr id="11" name="Straight Arrow Connector 10"/>
          <p:cNvCxnSpPr/>
          <p:nvPr/>
        </p:nvCxnSpPr>
        <p:spPr>
          <a:xfrm flipH="1">
            <a:off x="9073662" y="2194560"/>
            <a:ext cx="2039815" cy="2194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39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617" y="1311276"/>
            <a:ext cx="5291666" cy="3968749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1275"/>
            <a:ext cx="5291138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9680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6193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 smtClean="0"/>
              <a:t>﻿</a:t>
            </a:r>
            <a:r>
              <a:rPr lang="en-US" dirty="0" smtClean="0"/>
              <a:t>chr12:</a:t>
            </a:r>
            <a:r>
              <a:rPr lang="fi-FI" dirty="0" smtClean="0"/>
              <a:t>130828981</a:t>
            </a:r>
            <a:r>
              <a:rPr lang="is-IS" dirty="0" smtClean="0"/>
              <a:t> (KI2)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68" y="1462431"/>
            <a:ext cx="7865445" cy="4726107"/>
          </a:xfrm>
        </p:spPr>
      </p:pic>
    </p:spTree>
    <p:extLst>
      <p:ext uri="{BB962C8B-B14F-4D97-AF65-F5344CB8AC3E}">
        <p14:creationId xmlns:p14="http://schemas.microsoft.com/office/powerpoint/2010/main" val="109136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 smtClean="0"/>
              <a:t>﻿chr12:130867921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46124"/>
            <a:ext cx="5157787" cy="360248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KI2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37253"/>
            <a:ext cx="5183188" cy="3620231"/>
          </a:xfrm>
        </p:spPr>
      </p:pic>
      <p:cxnSp>
        <p:nvCxnSpPr>
          <p:cNvPr id="11" name="Straight Arrow Connector 10"/>
          <p:cNvCxnSpPr/>
          <p:nvPr/>
        </p:nvCxnSpPr>
        <p:spPr>
          <a:xfrm flipH="1">
            <a:off x="8125691" y="1835998"/>
            <a:ext cx="3395751" cy="1873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292174" y="123553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 smtClean="0"/>
              <a:t>130828981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632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167" y="1409533"/>
            <a:ext cx="5291666" cy="39687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425574"/>
            <a:ext cx="5291667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828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361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 smtClean="0"/>
              <a:t>﻿chr7:67715736 (KI1)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  <p:sp>
        <p:nvSpPr>
          <p:cNvPr id="6" name="5-Point Star 5"/>
          <p:cNvSpPr/>
          <p:nvPr/>
        </p:nvSpPr>
        <p:spPr>
          <a:xfrm>
            <a:off x="11075353" y="477362"/>
            <a:ext cx="560070" cy="55054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80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 smtClean="0"/>
              <a:t>﻿chr7:67715736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73" y="2505075"/>
            <a:ext cx="4628017" cy="3684588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KI1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785" y="2505075"/>
            <a:ext cx="4628017" cy="3684588"/>
          </a:xfrm>
        </p:spPr>
      </p:pic>
      <p:cxnSp>
        <p:nvCxnSpPr>
          <p:cNvPr id="11" name="Straight Arrow Connector 10"/>
          <p:cNvCxnSpPr/>
          <p:nvPr/>
        </p:nvCxnSpPr>
        <p:spPr>
          <a:xfrm flipH="1">
            <a:off x="8675914" y="2303667"/>
            <a:ext cx="2029603" cy="1854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5-Point Star 12"/>
          <p:cNvSpPr/>
          <p:nvPr/>
        </p:nvSpPr>
        <p:spPr>
          <a:xfrm>
            <a:off x="11075353" y="477362"/>
            <a:ext cx="560070" cy="55054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44625"/>
            <a:ext cx="5291666" cy="39687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444624"/>
            <a:ext cx="5291667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011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7909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 smtClean="0"/>
              <a:t>﻿chr9:72216862 (KI2)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</p:spTree>
    <p:extLst>
      <p:ext uri="{BB962C8B-B14F-4D97-AF65-F5344CB8AC3E}">
        <p14:creationId xmlns:p14="http://schemas.microsoft.com/office/powerpoint/2010/main" val="1155112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 smtClean="0"/>
              <a:t>﻿chr9:72216862 (KI2)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46124"/>
            <a:ext cx="5157787" cy="360248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KI2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37253"/>
            <a:ext cx="5183188" cy="3620231"/>
          </a:xfrm>
        </p:spPr>
      </p:pic>
      <p:sp>
        <p:nvSpPr>
          <p:cNvPr id="9" name="TextBox 8"/>
          <p:cNvSpPr txBox="1"/>
          <p:nvPr/>
        </p:nvSpPr>
        <p:spPr>
          <a:xfrm>
            <a:off x="11007524" y="1886673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36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584" y="1433051"/>
            <a:ext cx="5291666" cy="39687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97" y="1433050"/>
            <a:ext cx="5291667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0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635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﻿chr17:56955320 (KI2)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  <p:sp>
        <p:nvSpPr>
          <p:cNvPr id="6" name="5-Point Star 5"/>
          <p:cNvSpPr/>
          <p:nvPr/>
        </p:nvSpPr>
        <p:spPr>
          <a:xfrm>
            <a:off x="10793730" y="477362"/>
            <a:ext cx="560070" cy="55054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488507" y="6311900"/>
            <a:ext cx="335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Moved insertion site to </a:t>
            </a:r>
            <a:r>
              <a:rPr lang="is-IS" dirty="0" smtClean="0"/>
              <a:t>﻿56939096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9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﻿chr17:56955320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46124"/>
            <a:ext cx="5157787" cy="360248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KI2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37253"/>
            <a:ext cx="5183188" cy="3620231"/>
          </a:xfrm>
        </p:spPr>
      </p:pic>
      <p:cxnSp>
        <p:nvCxnSpPr>
          <p:cNvPr id="10" name="Straight Arrow Connector 9"/>
          <p:cNvCxnSpPr/>
          <p:nvPr/>
        </p:nvCxnSpPr>
        <p:spPr>
          <a:xfrm flipH="1">
            <a:off x="8846820" y="3280410"/>
            <a:ext cx="1600200" cy="880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-Point Star 11"/>
          <p:cNvSpPr/>
          <p:nvPr/>
        </p:nvSpPr>
        <p:spPr>
          <a:xfrm>
            <a:off x="10795318" y="550455"/>
            <a:ext cx="560070" cy="55054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46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267" y="1273175"/>
            <a:ext cx="5291666" cy="39687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73174"/>
            <a:ext cx="5291667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4478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8416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 smtClean="0"/>
              <a:t>﻿chr2:213896052 (KI1)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</p:spTree>
    <p:extLst>
      <p:ext uri="{BB962C8B-B14F-4D97-AF65-F5344CB8AC3E}">
        <p14:creationId xmlns:p14="http://schemas.microsoft.com/office/powerpoint/2010/main" val="5426876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 smtClean="0"/>
              <a:t>﻿chr2:213896052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73" y="2505075"/>
            <a:ext cx="4628017" cy="3684588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KI1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785" y="2505075"/>
            <a:ext cx="4628017" cy="3684588"/>
          </a:xfrm>
        </p:spPr>
      </p:pic>
      <p:cxnSp>
        <p:nvCxnSpPr>
          <p:cNvPr id="10" name="Straight Arrow Connector 9"/>
          <p:cNvCxnSpPr/>
          <p:nvPr/>
        </p:nvCxnSpPr>
        <p:spPr>
          <a:xfrm flipH="1">
            <a:off x="9118600" y="3821113"/>
            <a:ext cx="1031240" cy="687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4431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44625"/>
            <a:ext cx="5291666" cy="39687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444624"/>
            <a:ext cx="5291667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9651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298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 smtClean="0"/>
              <a:t>﻿chr14:95342739 (KI2)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</p:spTree>
    <p:extLst>
      <p:ext uri="{BB962C8B-B14F-4D97-AF65-F5344CB8AC3E}">
        <p14:creationId xmlns:p14="http://schemas.microsoft.com/office/powerpoint/2010/main" val="8207945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 smtClean="0"/>
              <a:t>﻿chr14:95342739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46124"/>
            <a:ext cx="5157787" cy="360248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KI2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37253"/>
            <a:ext cx="5183188" cy="3620231"/>
          </a:xfrm>
        </p:spPr>
      </p:pic>
      <p:cxnSp>
        <p:nvCxnSpPr>
          <p:cNvPr id="11" name="Straight Arrow Connector 10"/>
          <p:cNvCxnSpPr/>
          <p:nvPr/>
        </p:nvCxnSpPr>
        <p:spPr>
          <a:xfrm flipH="1">
            <a:off x="9039828" y="2505075"/>
            <a:ext cx="1909823" cy="1661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726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517" y="1463675"/>
            <a:ext cx="5291666" cy="39687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65" y="1463675"/>
            <a:ext cx="5291667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6995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7361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﻿chr2:109579656 (KI2)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</p:spTree>
    <p:extLst>
      <p:ext uri="{BB962C8B-B14F-4D97-AF65-F5344CB8AC3E}">
        <p14:creationId xmlns:p14="http://schemas.microsoft.com/office/powerpoint/2010/main" val="2613048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﻿chr2:109579656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46124"/>
            <a:ext cx="5157787" cy="360248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KI2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37253"/>
            <a:ext cx="5183188" cy="3620231"/>
          </a:xfrm>
        </p:spPr>
      </p:pic>
    </p:spTree>
    <p:extLst>
      <p:ext uri="{BB962C8B-B14F-4D97-AF65-F5344CB8AC3E}">
        <p14:creationId xmlns:p14="http://schemas.microsoft.com/office/powerpoint/2010/main" val="2826509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91" y="1503219"/>
            <a:ext cx="5135417" cy="385156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990" y="1503219"/>
            <a:ext cx="5135417" cy="385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5817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325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﻿chr1:186815803 (KI1)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</p:spTree>
    <p:extLst>
      <p:ext uri="{BB962C8B-B14F-4D97-AF65-F5344CB8AC3E}">
        <p14:creationId xmlns:p14="http://schemas.microsoft.com/office/powerpoint/2010/main" val="2989059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﻿chr1:186815803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73" y="2505075"/>
            <a:ext cx="4628017" cy="3684588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KI1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785" y="2505075"/>
            <a:ext cx="4628017" cy="3684588"/>
          </a:xfrm>
        </p:spPr>
      </p:pic>
      <p:cxnSp>
        <p:nvCxnSpPr>
          <p:cNvPr id="11" name="Straight Arrow Connector 10"/>
          <p:cNvCxnSpPr/>
          <p:nvPr/>
        </p:nvCxnSpPr>
        <p:spPr>
          <a:xfrm flipH="1">
            <a:off x="9158288" y="3228975"/>
            <a:ext cx="1571625" cy="1157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30346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44625"/>
            <a:ext cx="5291666" cy="39687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444624"/>
            <a:ext cx="5291667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7464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49446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﻿chr7:139549558 (KI2)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</p:spTree>
    <p:extLst>
      <p:ext uri="{BB962C8B-B14F-4D97-AF65-F5344CB8AC3E}">
        <p14:creationId xmlns:p14="http://schemas.microsoft.com/office/powerpoint/2010/main" val="15573853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﻿chr7:139549558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46124"/>
            <a:ext cx="5157787" cy="360248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KI2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37253"/>
            <a:ext cx="5183188" cy="3620231"/>
          </a:xfrm>
        </p:spPr>
      </p:pic>
      <p:cxnSp>
        <p:nvCxnSpPr>
          <p:cNvPr id="11" name="Straight Arrow Connector 10"/>
          <p:cNvCxnSpPr/>
          <p:nvPr/>
        </p:nvCxnSpPr>
        <p:spPr>
          <a:xfrm flipH="1">
            <a:off x="9201150" y="3186113"/>
            <a:ext cx="1471613" cy="102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450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44625"/>
            <a:ext cx="5291666" cy="39687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444624"/>
            <a:ext cx="5291667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872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9862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﻿chr7:110246538 (KI2)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17" y="1825625"/>
            <a:ext cx="8060365" cy="4351338"/>
          </a:xfrm>
        </p:spPr>
      </p:pic>
    </p:spTree>
    <p:extLst>
      <p:ext uri="{BB962C8B-B14F-4D97-AF65-F5344CB8AC3E}">
        <p14:creationId xmlns:p14="http://schemas.microsoft.com/office/powerpoint/2010/main" val="2553048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﻿chr7:110246538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KO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46124"/>
            <a:ext cx="5157787" cy="360248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KI2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37253"/>
            <a:ext cx="5183188" cy="3620231"/>
          </a:xfrm>
        </p:spPr>
      </p:pic>
    </p:spTree>
    <p:extLst>
      <p:ext uri="{BB962C8B-B14F-4D97-AF65-F5344CB8AC3E}">
        <p14:creationId xmlns:p14="http://schemas.microsoft.com/office/powerpoint/2010/main" val="23571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44625"/>
            <a:ext cx="5291666" cy="39687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444624"/>
            <a:ext cx="5291667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9368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464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19025</TotalTime>
  <Words>113</Words>
  <Application>Microsoft Macintosh PowerPoint</Application>
  <PresentationFormat>Widescreen</PresentationFormat>
  <Paragraphs>95</Paragraphs>
  <Slides>82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6" baseType="lpstr">
      <vt:lpstr>Calibri</vt:lpstr>
      <vt:lpstr>Calibri Light</vt:lpstr>
      <vt:lpstr>Arial</vt:lpstr>
      <vt:lpstr>Office Theme</vt:lpstr>
      <vt:lpstr>Likely Insertions</vt:lpstr>
      <vt:lpstr>Delta DI</vt:lpstr>
      <vt:lpstr>Allele Specific Insulation Scores at Insertions</vt:lpstr>
      <vt:lpstr>PowerPoint Presentation</vt:lpstr>
      <vt:lpstr>RNA-seq LogFC KI vs WT near insertion</vt:lpstr>
      <vt:lpstr>PowerPoint Presentation</vt:lpstr>
      <vt:lpstr>chr15:28756103 (KI2)</vt:lpstr>
      <vt:lpstr>chr7:129483867 (KI1)</vt:lpstr>
      <vt:lpstr>chr7:129483867 (KI1)</vt:lpstr>
      <vt:lpstr>PowerPoint Presentation</vt:lpstr>
      <vt:lpstr>PowerPoint Presentation</vt:lpstr>
      <vt:lpstr>chr2:231025165 (KI1)</vt:lpstr>
      <vt:lpstr>chr2:231025165 (KI1)</vt:lpstr>
      <vt:lpstr>PowerPoint Presentation</vt:lpstr>
      <vt:lpstr>PowerPoint Presentation</vt:lpstr>
      <vt:lpstr>chr20:17778859 (KI2)</vt:lpstr>
      <vt:lpstr>chr20:17778859 (KI2)</vt:lpstr>
      <vt:lpstr>PowerPoint Presentation</vt:lpstr>
      <vt:lpstr>PowerPoint Presentation</vt:lpstr>
      <vt:lpstr>chr13:77254195 (KI2)</vt:lpstr>
      <vt:lpstr>chr13:77254195</vt:lpstr>
      <vt:lpstr>PowerPoint Presentation</vt:lpstr>
      <vt:lpstr>PowerPoint Presentation</vt:lpstr>
      <vt:lpstr>chr9:75132461 (KI2)</vt:lpstr>
      <vt:lpstr>chr9:75132461</vt:lpstr>
      <vt:lpstr>PowerPoint Presentation</vt:lpstr>
      <vt:lpstr>PowerPoint Presentation</vt:lpstr>
      <vt:lpstr>chr7:43115726 (KI2)</vt:lpstr>
      <vt:lpstr>chr7:43115726</vt:lpstr>
      <vt:lpstr>PowerPoint Presentation</vt:lpstr>
      <vt:lpstr>PowerPoint Presentation</vt:lpstr>
      <vt:lpstr>chr8:9064876 (KI1)</vt:lpstr>
      <vt:lpstr>chr8:9064876</vt:lpstr>
      <vt:lpstr>PowerPoint Presentation</vt:lpstr>
      <vt:lpstr>chr6:45769415 (KI1)</vt:lpstr>
      <vt:lpstr>chr6:45769415</vt:lpstr>
      <vt:lpstr>PowerPoint Presentation</vt:lpstr>
      <vt:lpstr>PowerPoint Presentation</vt:lpstr>
      <vt:lpstr>chr1:236569345 (KI1)</vt:lpstr>
      <vt:lpstr>chr1:236569345</vt:lpstr>
      <vt:lpstr>PowerPoint Presentation</vt:lpstr>
      <vt:lpstr>PowerPoint Presentation</vt:lpstr>
      <vt:lpstr>chr12:130828981 (KI2)</vt:lpstr>
      <vt:lpstr>chr12:130867921</vt:lpstr>
      <vt:lpstr>PowerPoint Presentation</vt:lpstr>
      <vt:lpstr>PowerPoint Presentation</vt:lpstr>
      <vt:lpstr>chr7:67715736 (KI1)</vt:lpstr>
      <vt:lpstr>chr7:67715736</vt:lpstr>
      <vt:lpstr>PowerPoint Presentation</vt:lpstr>
      <vt:lpstr>PowerPoint Presentation</vt:lpstr>
      <vt:lpstr>chr9:72216862 (KI2)</vt:lpstr>
      <vt:lpstr>chr9:72216862 (KI2)</vt:lpstr>
      <vt:lpstr>PowerPoint Presentation</vt:lpstr>
      <vt:lpstr>PowerPoint Presentation</vt:lpstr>
      <vt:lpstr>chr17:56955320 (KI2)</vt:lpstr>
      <vt:lpstr>chr17:56955320</vt:lpstr>
      <vt:lpstr>PowerPoint Presentation</vt:lpstr>
      <vt:lpstr>PowerPoint Presentation</vt:lpstr>
      <vt:lpstr>chr2:213896052 (KI1)</vt:lpstr>
      <vt:lpstr>chr2:213896052</vt:lpstr>
      <vt:lpstr>PowerPoint Presentation</vt:lpstr>
      <vt:lpstr>PowerPoint Presentation</vt:lpstr>
      <vt:lpstr>chr14:95342739 (KI2)</vt:lpstr>
      <vt:lpstr>chr14:95342739</vt:lpstr>
      <vt:lpstr>PowerPoint Presentation</vt:lpstr>
      <vt:lpstr>PowerPoint Presentation</vt:lpstr>
      <vt:lpstr>chr2:109579656 (KI2) </vt:lpstr>
      <vt:lpstr>chr2:109579656</vt:lpstr>
      <vt:lpstr>PowerPoint Presentation</vt:lpstr>
      <vt:lpstr>PowerPoint Presentation</vt:lpstr>
      <vt:lpstr>chr1:186815803 (KI1)</vt:lpstr>
      <vt:lpstr>chr1:186815803</vt:lpstr>
      <vt:lpstr>PowerPoint Presentation</vt:lpstr>
      <vt:lpstr>PowerPoint Presentation</vt:lpstr>
      <vt:lpstr>chr7:139549558 (KI2) </vt:lpstr>
      <vt:lpstr>chr7:139549558</vt:lpstr>
      <vt:lpstr>PowerPoint Presentation</vt:lpstr>
      <vt:lpstr>PowerPoint Presentation</vt:lpstr>
      <vt:lpstr>chr7:110246538 (KI2)</vt:lpstr>
      <vt:lpstr>chr7:110246538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 L Amaral</dc:creator>
  <cp:lastModifiedBy>Maria L Amaral</cp:lastModifiedBy>
  <cp:revision>70</cp:revision>
  <dcterms:created xsi:type="dcterms:W3CDTF">2019-02-07T21:32:13Z</dcterms:created>
  <dcterms:modified xsi:type="dcterms:W3CDTF">2019-03-06T00:54:59Z</dcterms:modified>
</cp:coreProperties>
</file>